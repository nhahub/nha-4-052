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272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46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63B2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63B2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calorie &amp; nutrition tracking platform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React (Vite)  •  scikit-learn ML engine  •  Google Gemini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3108960" cy="0"/>
          </a:xfrm>
          <a:prstGeom prst="line">
            <a:avLst/>
          </a:prstGeom>
          <a:noFill/>
          <a:ln w="12700">
            <a:solidFill>
              <a:srgbClr val="527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 &amp; Architecture Reference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CaloriX?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858000" cy="4480560"/>
          </a:xfrm>
          <a:prstGeom prst="roundRect">
            <a:avLst>
              <a:gd name="adj" fmla="val 163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62179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combines four pillars into one cohesive nutrition platform:
</a:t>
            </a: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backend exposing a versioned REST API (/api/v1)
</a:t>
            </a: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(Vite) single-page frontend consuming that API
</a:t>
            </a: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scikit-learn ML engine for food classification &amp; recommendations
</a:t>
            </a:r>
            <a:r>
              <a:rPr lang="en-US" sz="14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Gemini-powered AI features — meal suggestions, food-photo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and a conversational coach with tool-calling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4173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1508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0" y="1581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19842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Profile, Meals, Chat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2953512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304495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0" y="3118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groups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3520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auth, profile, meals…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35240" y="4489704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4581144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44000" y="4654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50566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+ classical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Authentication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37960" cy="3364921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6391656" cy="237744"/>
          </a:xfrm>
          <a:prstGeom prst="roundRect">
            <a:avLst>
              <a:gd name="adj" fmla="val 19231"/>
            </a:avLst>
          </a:prstGeom>
          <a:solidFill>
            <a:srgbClr val="E9ED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8648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58648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58648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Image 0" descr="/home/claude/calorix_pptx/img/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28216"/>
            <a:ext cx="6391656" cy="29077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891969"/>
            <a:ext cx="6537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landing page — hero pitch, feature pills, and dual CTAs (Get Started / Sign in).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0" y="1691640"/>
            <a:ext cx="4297680" cy="235874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88352" y="1764792"/>
            <a:ext cx="4151376" cy="237744"/>
          </a:xfrm>
          <a:prstGeom prst="roundRect">
            <a:avLst>
              <a:gd name="adj" fmla="val 19231"/>
            </a:avLst>
          </a:prstGeom>
          <a:solidFill>
            <a:srgbClr val="E9EDEB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0" y="18608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2"/>
          <p:cNvSpPr/>
          <p:nvPr/>
        </p:nvSpPr>
        <p:spPr>
          <a:xfrm>
            <a:off x="7699248" y="18608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900416" y="18608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7" name="Image 1" descr="/home/claude/calorix_pptx/img/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2002536"/>
            <a:ext cx="4151376" cy="190154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15200" y="425155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516368" y="441614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mirrors this form with username + confirm-password fields, then auto-logs the new user in.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2800216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5065776" cy="237744"/>
          </a:xfrm>
          <a:prstGeom prst="roundRect">
            <a:avLst>
              <a:gd name="adj" fmla="val 19231"/>
            </a:avLst>
          </a:prstGeom>
          <a:solidFill>
            <a:srgbClr val="E9EDE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8648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58648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58648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Image 0" descr="/home/claude/calorix_pptx/img/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28216"/>
            <a:ext cx="5065776" cy="23430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327264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form drives every downstream number: BMR, TDEE, calorie target, and macro split are all recalculated on save.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5623560" cy="3298070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62472" y="1490472"/>
            <a:ext cx="5477256" cy="237744"/>
          </a:xfrm>
          <a:prstGeom prst="roundRect">
            <a:avLst>
              <a:gd name="adj" fmla="val 19231"/>
            </a:avLst>
          </a:prstGeom>
          <a:solidFill>
            <a:srgbClr val="E9EDEB"/>
          </a:solidFill>
          <a:ln/>
        </p:spPr>
      </p:sp>
      <p:sp>
        <p:nvSpPr>
          <p:cNvPr id="13" name="Shape 10"/>
          <p:cNvSpPr/>
          <p:nvPr/>
        </p:nvSpPr>
        <p:spPr>
          <a:xfrm>
            <a:off x="6172200" y="158648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373368" y="158648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2"/>
          <p:cNvSpPr/>
          <p:nvPr/>
        </p:nvSpPr>
        <p:spPr>
          <a:xfrm>
            <a:off x="6574536" y="158648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6" name="Image 1" descr="/home/claude/calorix_pptx/img/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728216"/>
            <a:ext cx="5477256" cy="284087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89320" y="4852550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 BMR/TDEE/target cards, a macro-distribution breakdown, and the physical-attributes summary in one view.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52796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98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CHEF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583680" y="12984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298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VISION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5029200" cy="3890815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700784"/>
            <a:ext cx="4882896" cy="237744"/>
          </a:xfrm>
          <a:prstGeom prst="roundRect">
            <a:avLst>
              <a:gd name="adj" fmla="val 19231"/>
            </a:avLst>
          </a:prstGeom>
          <a:solidFill>
            <a:srgbClr val="E9EDE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7967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17967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856" y="17967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3" name="Image 0" descr="/home/claude/calorix_pptx/img/pantry-ch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38528"/>
            <a:ext cx="4882896" cy="343361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0" y="1627632"/>
            <a:ext cx="5029200" cy="3093745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56832" y="1700784"/>
            <a:ext cx="4882896" cy="237744"/>
          </a:xfrm>
          <a:prstGeom prst="roundRect">
            <a:avLst>
              <a:gd name="adj" fmla="val 19231"/>
            </a:avLst>
          </a:prstGeom>
          <a:solidFill>
            <a:srgbClr val="E9EDEB"/>
          </a:solidFill>
          <a:ln/>
        </p:spPr>
      </p:sp>
      <p:sp>
        <p:nvSpPr>
          <p:cNvPr id="16" name="Shape 13"/>
          <p:cNvSpPr/>
          <p:nvPr/>
        </p:nvSpPr>
        <p:spPr>
          <a:xfrm>
            <a:off x="6766560" y="17967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4"/>
          <p:cNvSpPr/>
          <p:nvPr/>
        </p:nvSpPr>
        <p:spPr>
          <a:xfrm>
            <a:off x="6967728" y="17967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5"/>
          <p:cNvSpPr/>
          <p:nvPr/>
        </p:nvSpPr>
        <p:spPr>
          <a:xfrm>
            <a:off x="7168896" y="17967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9" name="Image 1" descr="/home/claude/calorix_pptx/img/food-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938528"/>
            <a:ext cx="4882896" cy="263654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5683039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Chef turns on-hand ingredients into ranked meal suggestions with a fit score, macros, and one-click add-to-tracker. Food Vision analyzes an uploaded photo (Gemini vision) and returns calories, macros, and detected ingredients with a confidence score.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2821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28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282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Pydantic-Settings · python-jose (JWT) · passlib/bcrypt · Uvicorn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5736" y="172821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4745736" y="1728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7282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React Router v6 · Axios · Tailwind CSS · react-markdown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150876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23376" y="172821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723376" y="1728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17282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24231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classifier + label encoder · TF-IDF nearest neighbors · pandas / joblib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415137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1513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(text + vision) · function-calling tool schemas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931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45736" y="415137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4745736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41513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(calorixx.db) · CSV nutrition dataset · no migrations (create_all)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39319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23376" y="415137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8723376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18320" y="41513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7824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tokens · bcrypt password hashing · bearer-token middleware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163B2C"/>
          </a:solidFill>
          <a:ln w="12700">
            <a:solidFill>
              <a:srgbClr val="52796F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84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5173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24140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/api/v1/*  ·  uvicorn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/ 8001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(axios, bearer token)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212848"/>
            <a:ext cx="1051560" cy="256032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514600"/>
            <a:ext cx="1051560" cy="256032"/>
          </a:xfrm>
          <a:prstGeom prst="leftArrow">
            <a:avLst/>
          </a:prstGeom>
          <a:solidFill>
            <a:srgbClr val="52796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3108960"/>
            <a:ext cx="0" cy="502920"/>
          </a:xfrm>
          <a:prstGeom prst="line">
            <a:avLst/>
          </a:prstGeom>
          <a:noFill/>
          <a:ln w="19050">
            <a:solidFill>
              <a:srgbClr val="5279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7033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163B2C"/>
          </a:solidFill>
          <a:ln w="12700">
            <a:solidFill>
              <a:srgbClr val="52796F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3913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279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calorixx.db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108960"/>
            <a:ext cx="0" cy="502920"/>
          </a:xfrm>
          <a:prstGeom prst="line">
            <a:avLst/>
          </a:prstGeom>
          <a:noFill/>
          <a:ln w="19050">
            <a:solidFill>
              <a:srgbClr val="5279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7033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163B2C"/>
          </a:solidFill>
          <a:ln w="12700">
            <a:solidFill>
              <a:srgbClr val="52796F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3913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4279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108960"/>
            <a:ext cx="0" cy="502920"/>
          </a:xfrm>
          <a:prstGeom prst="line">
            <a:avLst/>
          </a:prstGeom>
          <a:noFill/>
          <a:ln w="19050">
            <a:solidFill>
              <a:srgbClr val="5279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7033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163B2C"/>
          </a:solidFill>
          <a:ln w="12700">
            <a:solidFill>
              <a:srgbClr val="52796F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39136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ML Models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.pkl files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3108960"/>
            <a:ext cx="3749040" cy="0"/>
          </a:xfrm>
          <a:prstGeom prst="line">
            <a:avLst/>
          </a:prstGeom>
          <a:noFill/>
          <a:ln w="19050">
            <a:solidFill>
              <a:srgbClr val="5279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3108960"/>
            <a:ext cx="0" cy="594360"/>
          </a:xfrm>
          <a:prstGeom prst="line">
            <a:avLst/>
          </a:prstGeom>
          <a:noFill/>
          <a:ln w="19050">
            <a:solidFill>
              <a:srgbClr val="5279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64040" y="3108960"/>
            <a:ext cx="0" cy="594360"/>
          </a:xfrm>
          <a:prstGeom prst="line">
            <a:avLst/>
          </a:prstGeom>
          <a:noFill/>
          <a:ln w="19050">
            <a:solidFill>
              <a:srgbClr val="5279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talks exclusively to the FastAPI backend via axios (services/api.js). A 401 response clears the stored token and redirects to /login.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3677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36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apiv1/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api/v1/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6537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health, profile, meals, ml, ai, metrics, ai_chat routers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63677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636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040880" y="15544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86537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 &amp; get_optional_ai_user dependencies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23744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974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17320" y="26151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92608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(pydantic-settings) + password hashing / JWT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523744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6974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40880" y="26151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92608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engine, session, declarative Base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84448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75818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758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417320" y="367588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398678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UserProfile, Meal, ChatSession, ChatMessage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584448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375818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758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40880" y="367588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schemas/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98678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request/response models per domain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64515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81888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818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417320" y="47365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17320" y="504748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one service class per domain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464515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36792" y="481888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41" name="Text 39"/>
          <p:cNvSpPr/>
          <p:nvPr/>
        </p:nvSpPr>
        <p:spPr>
          <a:xfrm>
            <a:off x="6336792" y="4818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40880" y="473659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40880" y="504748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artifacts: classifier, scaler, encoder, recommender, CSV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Models &amp; Authentication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91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username, hashed_password. 1:1 UserProfile, 1:many Meal (both cascade delete).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91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height/weight, activity_level, goal → calculated bmr, tdee, calorie &amp; macro targets.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8152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2095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358444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food_name, calories, protein/carbs/fat, meal_type, meal_date, is_ai_predicted flag.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08152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32095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ChatSession / ChatMessage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28232" y="358444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has title + rolling summary; ordered messages with role (user/model).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193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50468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bcrypt hash, 409 on duplicate  ·  login → { access_token, refresh_token }  ·  GET /auth/me via Bearer token  ·  get_optional_ai_user allows anonymous AI calls unless REQUIRE_AI_AUTH=true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— /api/v1/*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BMR / TDEE / macro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meal logging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classification, similarity,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meal suggestions &amp; image analysis*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/ai-chat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72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sessions + coach messaging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1B4332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Docs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 /docs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 at /redoc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routers are aggregated under a single /api/v1 prefix via api/router.py.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3794760"/>
            <a:ext cx="2788920" cy="0"/>
          </a:xfrm>
          <a:prstGeom prst="line">
            <a:avLst/>
          </a:prstGeom>
          <a:noFill/>
          <a:ln w="12700">
            <a:solidFill>
              <a:srgbClr val="5279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/ai routes are optional-auth unless REQUIRE_AI_AUTH=true, and return 503 if GEMINI_API_KEY is unset.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4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Business Logic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402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duplicate checks, authentication, token issuance.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69664" y="14630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98264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370832" y="22402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0832" y="26974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BMR, TDEE via activity multiplier, goal-based calorie targets, macro split.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90688" y="14630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9288" y="16642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7991856" y="22402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MealService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91856" y="26974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meals + get_daily_summary (totals vs. targets, remaining calories).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7548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MetricsService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52120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meals into stat cards, 7-day chart, macro %, goal progress, insights.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169664" y="39776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98264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370832" y="47548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MLService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70832" y="52120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loading classifier/scaler/encoder/recommender + CSV at import time.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790688" y="3977640"/>
            <a:ext cx="3401568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9288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7991856" y="475488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AIService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91856" y="5212080"/>
            <a:ext cx="2999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Gemini for meal suggestions, image analysis, and the tool-calling coach.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ChatService / PromptBuilder — manages chat sessions, builds system + context + history prompts, auto-summarizes older messages via Gemini.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Subsystems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(Gemini)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gemini-2.5-flash for both text and vision
</a:t>
            </a: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Strict-JSON prompts; responses stripped of Markdown fences, parsed, then field-validated
</a:t>
            </a: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context (remaining calories/macros, goal) injected into meal-suggestion prompts
</a:t>
            </a: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uses function-calling: add_meal, delete_meal, update_weight
</a:t>
            </a: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enabled only on a mutation-intent heuristic (keyword match) to save latency/cost
</a:t>
            </a: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ToolDispatcher normalizes argument names and returns a function_response to Gemini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(scikit-learn)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once at process start (singleton pattern)
</a:t>
            </a: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derives density/ratio features for parity between training &amp; inference
</a:t>
            </a: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→ food category via classifier + label encoder
</a:t>
            </a: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get_similar_foods() → scaled numeric features + TF-IDF text vector, nearest-neighbors index
</a:t>
            </a: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72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search_foods() → case-insensitive substring match over the nutrition 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Routing &amp;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main.jsx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bootstrap, Router, AuthProvider
</a:t>
            </a: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route table
</a:t>
            </a: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layouts/MainLayout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header/nav/footer shell
</a:t>
            </a: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context/AuthContext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 state &amp; token persistence
</a:t>
            </a: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ProtectedRoute, GuestRoute, ai/*
</a:t>
            </a: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Home, Login, Dashboard, Profile, MealTracker, Metrics, AIAssistant, AIChat
</a:t>
            </a: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 </a:t>
            </a: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Axios wrapper per backend resource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96596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v6, all nested under one MainLayout. ProtectedRoute shows a spinner while auth resolves, then redirects unauthenticated users to /login (preserving intended destination). GuestRoute does the inverse for /login and /register.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379476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3959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API Client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4297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services/api.js is a shared Axios instance: baseURL http://localhost:8001/api/v1, request interceptor attaches the Bearer token, response interceptor clears the token and redirects to /login on 401.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Pages &amp;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642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945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3054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CTA if none exists; otherwise BMR/TDEE/calorie cards + macro breakdown.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261104" y="146304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6642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21945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MealTracker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2272" y="2560320"/>
            <a:ext cx="3054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Autocomplete, AI category auto-detect, similar-food suggestions, daily summary.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973568" y="1463040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6642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21945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AIAssistant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74736" y="2560320"/>
            <a:ext cx="3054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“Pantry Chef” (ingredient-based suggestions) + “Food Vision” (photo analysis) tabs.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4206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73659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AIChat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5102352"/>
            <a:ext cx="3054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sidebar + Markdown chat pane; can trigger backend tool calls transparently.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261104" y="4005072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4206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462272" y="473659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2272" y="5102352"/>
            <a:ext cx="3054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7D/30D/90D toggle; KPI cards, calorie bars, macro split, goal progress, activity feed.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973568" y="4005072"/>
            <a:ext cx="3456432" cy="2286000"/>
          </a:xfrm>
          <a:prstGeom prst="roundRect">
            <a:avLst>
              <a:gd name="adj" fmla="val 3200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93024" y="4206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8174736" y="473659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4736" y="5102352"/>
            <a:ext cx="30540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Age/gender/height/weight/activity/goal form with client-side range validation.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Environment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63B2C"/>
          </a:solidFill>
          <a:ln w="12700">
            <a:solidFill>
              <a:srgbClr val="52796F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1463040"/>
          </a:xfrm>
          <a:prstGeom prst="rect">
            <a:avLst/>
          </a:prstGeom>
          <a:solidFill>
            <a:srgbClr val="0A201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 --port 8001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 :8001/docs. Tables auto-create on startup against SQLite. ML artifacts must exist under app/ml/ or MLService raises on import.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4937760" cy="0"/>
          </a:xfrm>
          <a:prstGeom prst="line">
            <a:avLst/>
          </a:prstGeom>
          <a:noFill/>
          <a:ln w="12700">
            <a:solidFill>
              <a:srgbClr val="527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4937760" cy="411480"/>
          </a:xfrm>
          <a:prstGeom prst="rect">
            <a:avLst/>
          </a:prstGeom>
          <a:solidFill>
            <a:srgbClr val="0A201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install &amp;&amp; npm run dev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on :5173. Its proxy targets :8000, but api.js hardcodes :8001 — align the two.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63B2C"/>
          </a:solidFill>
          <a:ln w="12700">
            <a:solidFill>
              <a:srgbClr val="52796F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.env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103120"/>
            <a:ext cx="4846320" cy="2377440"/>
          </a:xfrm>
          <a:prstGeom prst="rect">
            <a:avLst/>
          </a:prstGeom>
          <a:solidFill>
            <a:srgbClr val="0A2018"/>
          </a:solidFill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DATABASE_URL=sqlite:///./calorixx.db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SECRET_KEY=&lt;random, e.g. openssl rand -hex 32&gt;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ALGORITHM=HS256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ACCESS_TOKEN_EXPIRE_MINUTES=30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REFRESH_TOKEN_EXPIRE_DAYS=7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CORS_ORIGINS=["http://localhost:5173"]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GEMINI_API_KEY=&lt;your key&gt;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REQUIRE_AI_AUTH=false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DEBUG=false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47091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no .env is read by Vite — the API base URL is hardcoded in src/services/api.js.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&amp; Notes for Contributors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5819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mismatch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 proxy targets :8000, but api.js calls :8001 directly. Pick one convention.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169664" y="14630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433425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15819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 migrations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52544" y="19933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relies on create_all, which won't alter existing tables. Introduce Alembic before production changes.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790688" y="14630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15819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SECRET_KEY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73568" y="19933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overridden outside local development.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2095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31821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Goal-progress is a proxy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5935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calorie-target adherence, not real weight-loss progress (no target_weight field yet).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169664" y="30632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4256" y="32095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4334256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31821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mutation intent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52544" y="35935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tool access is enabled via keyword matching — may mis-classify ambiguous phrasing.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7790688" y="30632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32095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57616" y="31821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summarization failures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73568" y="35935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Exception: pass in ChatService.handle_message lets history grow unbounded on Gemini failure.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4809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809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15568" y="4782312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Image-analysis field drift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51937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reads food_name/meal_type/reasoning; backend schema returns detected_food_items/predicted_meal_category/notes.</a:t>
            </a:r>
            <a:endParaRPr lang="en-US" sz="97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63B2C"/>
          </a:solidFill>
          <a:ln>
            <a:noFill/>
          </a:ln>
        </p:spPr>
      </p:sp>
      <p:sp>
        <p:nvSpPr>
          <p:cNvPr id="3" name="circle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63B2C"/>
          </a:solidFill>
          <a:ln>
            <a:noFill/>
          </a:ln>
        </p:spPr>
      </p:sp>
      <p:sp>
        <p:nvSpPr>
          <p:cNvPr id="4" name="kicker"/>
          <p:cNvSpPr/>
          <p:nvPr/>
        </p:nvSpPr>
        <p:spPr>
          <a:xfrm>
            <a:off x="82296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5" name="title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 Walkthrough</a:t>
            </a:r>
            <a:endParaRPr lang="en-US" sz="3200" dirty="0"/>
          </a:p>
        </p:txBody>
      </p:sp>
      <p:sp>
        <p:nvSpPr>
          <p:cNvPr id="6" name="sub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CaloriX_AI_Pipeline.ipynb — every cell's code alongside its executed output, in order.</a:t>
            </a:r>
            <a:endParaRPr lang="en-US" sz="1400" dirty="0"/>
          </a:p>
        </p:txBody>
      </p:sp>
      <p:sp>
        <p:nvSpPr>
          <p:cNvPr id="7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8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19"/>
            <a:ext cx="11064240" cy="3187632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StandardScaler, OneHotEncoder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sklearn.feature_extraction.text import TfidfVectorizer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sklearn.metrics.pairwise import cosine_similarity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sklearn.compose import ColumnTransformer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NearestNeighbors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scipy.sparse import hstack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DATASET_PATH = Path("CaloriX_Nutrition_Dataset.csv")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pd.read_csv(DATASET_PATH)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(8094, 23)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food_id                                          food_name  \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169831               APPLEBEE'S, 9 oz house sirloin steak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169008                   APPLEBEE'S, Double Crunch Shrimp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169010  APPLEBEE'S, KRAFT, Macaroni &amp; Cheese, from kid...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169841                APPLEBEE'S, chicken tenders platter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169012       APPLEBEE'S, chicken tenders, from kids' menu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category  serving_size_g  calories  protein_g  carbs_g  fat_g  \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Restaurant Foods           157.0     791.0      26.85     0.00   9.08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Restaurant Foods           206.0    1352.0      12.31    25.96  18.90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print("=" * 60)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print(df.info())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print("=" * 60)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print(df.describe().T)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'pandas.DataFrame'&gt;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RangeIndex: 8094 entries, 0 to 8093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columns (total 23 columns):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  Column           Non-Null Count  Dtype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 ------           --------------  -----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 food_id          8094 non-null   int64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food_name        8094 non-null   str 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category         8094 non-null   str 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serving_size_g   8094 non-null   float64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calories         8094 non-null   float64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protein_g        8094 non-null   float64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print("Missing Values")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display(df.isna().sum())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print("Duplicates")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display(df.duplicated().sum())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Values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food_id 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food_name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serving_size_g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calories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protein_g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carbs_g 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fat_g   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fiber_g 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sugar_g            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5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numeric_columns = df.select_dtypes(include=np.number).columns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df[numeric_columns].hist(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figsize=(18,14),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bins=30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pic>
        <p:nvPicPr>
          <p:cNvPr id="7" name="cell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70" y="4023360"/>
            <a:ext cx="2869979" cy="2231136"/>
          </a:xfrm>
          <a:prstGeom prst="rect">
            <a:avLst/>
          </a:prstGeom>
        </p:spPr>
      </p:pic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6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plt.figure(figsize=(14,10))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df[numeric_columns].corr()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plt.imshow(corr)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range(len(corr.columns)),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corr.columns,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rotation=90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plt.yticks(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range(len(corr.columns)),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corr.columns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plt.colorbar()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8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pic>
        <p:nvPicPr>
          <p:cNvPr id="7" name="cell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683" y="4023360"/>
            <a:ext cx="2548154" cy="2231136"/>
          </a:xfrm>
          <a:prstGeom prst="rect">
            <a:avLst/>
          </a:prstGeom>
        </p:spPr>
      </p:pic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7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plt.figure(figsize=(10,6))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df["category"].value_counts().head(20).plot.bar()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plt.title("Top Food Categories")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pic>
        <p:nvPicPr>
          <p:cNvPr id="7" name="cell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452" y="4023360"/>
            <a:ext cx="2396617" cy="2231136"/>
          </a:xfrm>
          <a:prstGeom prst="rect">
            <a:avLst/>
          </a:prstGeom>
        </p:spPr>
      </p:pic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8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print(df.columns.tolist())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['food_id', 'food_name', 'category', 'serving_size_g', 'calories', 'protein_g', 'carbs_g'...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9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 = df.copy()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feature_df["calorie_density"]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feature_df["calories"]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feature_df["serving_size_g"]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).round(3)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feature_df["protein_ratio"]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feature_df["protein_g"]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feature_df["calories"].replace(0,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).round(4)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feature_df["carb_ratio"]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feature_df["carbs_g"]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feature_df["calories"].replace(0,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).round(4)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feature_df["fat_ratio"]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feature_df["fat_g"]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feature_df["calories"].replace(0,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).round(4)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feature_df.head()</a:t>
            </a:r>
            <a:endParaRPr lang="en-US" sz="8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food_id                                          food_name  \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169831               APPLEBEE'S, 9 oz house sirloin steak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169008                   APPLEBEE'S, Double Crunch Shrimp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169010  APPLEBEE'S, KRAFT, Macaroni &amp; Cheese, from kid...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169841                APPLEBEE'S, chicken tenders platter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169012       APPLEBEE'S, chicken tenders, from kids' menu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category  serving_size_g  calories  protein_g  carbs_g  fat_g  \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Restaurant Foods           157.0     791.0      26.85     0.00   9.08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Restaurant Foods           206.0    1352.0      12.31    25.96  18.90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Restaurant Foods           180.0     600.0       5.01    21.08   4.34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Restaurant Foods           209.0     297.0      19.62    17.98  16.24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10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19"/>
            <a:ext cx="11064240" cy="3492431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feature_df["high_protein"] =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feature_df["protein_g"] &gt;= 20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).astype(int)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feature_df["low_carb"] =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feature_df["carbs_g"] &lt;= 15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).astype(int)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feature_df["high_fiber"] =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feature_df["fiber_g"] &gt;= 5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).astype(int)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feature_df["low_fat"] =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feature_df["fat_g"] &lt;= 5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).astype(int)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feature_df["high_sodium"] =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feature_df["sodium_mg"] &gt;= 600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).astype(int)</a:t>
            </a:r>
            <a:endParaRPr lang="en-US" sz="95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11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feature_df["text"] = 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feature_df["food_name"].fillna("") +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" +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feature_df["category"].fillna("")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12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"food_name",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].head()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food_name  \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        APPLEBEE'S, 9 oz house sirloin steak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        APPLEBEE'S, Double Crunch Shrimp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APPLEBEE'S, KRAFT, Macaroni &amp; Cheese, from kid...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       APPLEBEE'S, chicken tenders platter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APPLEBEE'S, chicken tenders, from kids' menu 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text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APPLEBEE'S, 9 oz house sirloin steak Restauran...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APPLEBEE'S, Double Crunch Shrimp Restaurant Foods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APPLEBEE'S, KRAFT, Macaroni &amp; Cheese, from kid...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APPLEBEE'S, chicken tenders platter Restaurant...  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19"/>
            <a:ext cx="11064240" cy="3896085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#12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============================================================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meal_type labels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============================================================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infer_meal_type(row):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str(row["food_name"]).lower()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= str(row["category"]).lower()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calories = row["calories"]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protein = row["protein_g"]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carbs = row["carbs_g"]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fat = row["fat_g"]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breakfast_keywords = [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"egg",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"oat",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"cereal",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"milk",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"yogurt",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"cheese",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"toast",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"bread",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"pancake",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"waffle",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14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#13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feature_df["meal_type"] = feature_df.apply(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infer_meal_type,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axis=1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"food_name",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"meal_type"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].head(20)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food_name  meal_type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            APPLEBEE'S, 9 oz house sirloin steak  Breakfast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         APPLEBEE'S, Double Crunch Shrimp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APPLEBEE'S, KRAFT, Macaroni &amp; Cheese, from kid...  Breakfast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         APPLEBEE'S, chicken tenders platter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  APPLEBEE'S, chicken tenders, from kids' menu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                             APPLEBEE'S, chili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                          APPLEBEE'S, coleslaw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              APPLEBEE'S, crunchy onion rings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           APPLEBEE'S, fish, hand battered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                         APPLEBEE'S, french fries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                APPLEBEE'S, mozzarella sticks      Snack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15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feature_df["meal_type"].value_counts()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meal_type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Lunch        2353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        2092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Dinner       1849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Breakfast    1800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count, dtype: int64</a:t>
            </a: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16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#15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feature_df["meal_type"].value_counts().plot.bar(figsize=(8,5))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plt.title("Meal Type Distribution")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pic>
        <p:nvPicPr>
          <p:cNvPr id="7" name="cell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43" y="4023360"/>
            <a:ext cx="2922234" cy="2231136"/>
          </a:xfrm>
          <a:prstGeom prst="rect">
            <a:avLst/>
          </a:prstGeom>
        </p:spPr>
      </p:pic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17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19"/>
            <a:ext cx="11064240" cy="3022875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numeric_features = [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"serving_size_g",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"calories",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"protein_g",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"carbs_g",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"fat_g",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"protein_density",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"fat_density",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"carb_density",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"calorie_density",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"protein_ratio",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"fat_ratio",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"carb_ratio",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"energy_density"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categorical_features = [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"category",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"cuisine"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8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18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19"/>
            <a:ext cx="11064240" cy="3830183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feature_df["cuisine"] = "Unknown"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feature_df["protein_density"]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feature_df["protein_g"]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feature_df["serving_size_g"].replace(0,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feature_df["fat_density"]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feature_df["fat_g"]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feature_df["serving_size_g"].replace(0,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feature_df["carb_density"]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feature_df["carbs_g"]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feature_df["serving_size_g"].replace(0,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feature_df["energy_density"]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feature_df["calories"] /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feature_df["protein_g"] +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feature_df["carbs_g"] +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feature_df["fat_g"]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).replace(0, 1)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19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required_columns = numeric_features + categorical_features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[c for c in required_columns if c not in feature_df.columns]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print("Missing:", missing)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Missing: []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20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 = ColumnTransformer(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transformers=[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"num",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StandardScaler(),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numeric_features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"cat",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OneHotEncoder(handle_unknown="ignore"),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categorical_features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print("Preprocessor created.")</a:t>
            </a:r>
            <a:endParaRPr lang="en-US" sz="95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 created.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21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classifier_pipeline = Pipeline(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steps=[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"preprocessor",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preprocessor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"classifier",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RandomForestClassifier(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n_estimators=300,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random_state=42,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n_jobs=-1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print("Pipeline created.")</a:t>
            </a:r>
            <a:endParaRPr lang="en-US" sz="8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created.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22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 err="1" smtClean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training_columns</a:t>
            </a:r>
            <a:r>
              <a:rPr lang="en-US" sz="950" dirty="0" smtClean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numeric_features + categorical_features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feature_df[training_columns]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feature_df["meal_type"]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test_size=0.2,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stratify=y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print(X_train.shape)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print(X_test.shape)</a:t>
            </a:r>
            <a:endParaRPr lang="en-US" sz="95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(6475, 15)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(1619, 15)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23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classifier_pipeline.fit(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y_train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print("Training completed.")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completed.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24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classifier_pipeline.predict(X_test)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accuracy_score(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print(f"Accuracy: {accuracy:.4f}")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y_test,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Accuracy: 0.8079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precision    recall  f1-score   support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Breakfast       0.76      0.60      0.67       360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Dinner       0.83      0.79      0.81       370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Lunch       0.79      0.91      0.85       471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Snack       0.85      0.88      0.86       418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accuracy                           0.81      1619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macro avg       0.81      0.80      0.80      1619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avg       0.81      0.81      0.80      1619</a:t>
            </a:r>
            <a:endParaRPr lang="en-US" sz="9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25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MODELS_DIR = Path("models")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MODELS_DIR.mkdir(exist_ok=True)</a:t>
            </a:r>
            <a:endParaRPr lang="en-US" sz="11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26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classifier_pipeline,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MODELS_DIR / "best_meal_classifier.pkl"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print("Meal classifier saved.")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 classifier saved.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27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00844"/>
            <a:ext cx="11064240" cy="274320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scaler_bundle =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"preprocessor": preprocessor,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"numeric_features": numeric_features,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"categorical_features": categorical_features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scaler_bundle,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MODELS_DIR / "feature_scaler.pkl"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print("Feature scaler saved.")</a:t>
            </a:r>
            <a:endParaRPr lang="en-US" sz="11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28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19"/>
            <a:ext cx="11064240" cy="3401815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 err="1" smtClean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</a:t>
            </a: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["search_text"] = 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feature_df["food_name"].fillna("") +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" +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feature_df["category"].fillna("") +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" +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feature_df["cuisine"].fillna("")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 = TfidfVectorizer(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stop_words="english",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ngram_range=(1, 2),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min_df=2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29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nn_model = NearestNeighbors(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metric="cosine",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algorithm="brute",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n_neighbors=20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nn_model.fit(text_vectors)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print("NearestNeighbors trained.")</a:t>
            </a:r>
            <a:endParaRPr lang="en-US" sz="95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NearestNeighbors trained.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30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food_recommender =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"tfidf": tfidf,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"nn_model": nn_model,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"food_frame": feature_df,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"numeric_columns": numeric_features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9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31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food_recommender,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MODELS_DIR / "food_recommender.pkl"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print("Food recommender saved.")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 recommender saved.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32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label_encoder = LabelEncoder()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label_encoder.fit(feature_df["meal_type"])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label_encoder,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MODELS_DIR / "label_encoder.pkl"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print("Label encoder saved.")</a:t>
            </a:r>
            <a:endParaRPr lang="en-US" sz="95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encoder saved.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33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3854896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= {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"version": "2.0",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"dataset": "USDA Foundation + SR Legacy",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"foods": len(feature_df),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"feature_names": numeric_features + categorical_features,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"feature_columns": numeric_features + categorical_features,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"num_features": len(numeric_features + categorical_features),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"meal_classes": label_encoder.classes_.tolist(),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"classifier": "Pipeline(RandomForestClassifier)",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"classifier_accuracy": float(accuracy),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"recommendation_model": "NearestNeighbors + TF-IDF"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endParaRPr lang="en-US" sz="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34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feature_df.to_csv(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MODELS_DIR / "CaloriX_Nutrition_Dataset_Clean.csv",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index=False,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encoding="utf-8-sig"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print("Dataset saved.")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saved.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NOTEBOOK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35</a:t>
            </a:r>
            <a:endParaRPr lang="en-US" sz="3000" dirty="0"/>
          </a:p>
        </p:txBody>
      </p:sp>
      <p:sp>
        <p:nvSpPr>
          <p:cNvPr id="4" name="code_panel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0A2018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" name="code_text"/>
          <p:cNvSpPr/>
          <p:nvPr/>
        </p:nvSpPr>
        <p:spPr>
          <a:xfrm>
            <a:off x="777240" y="1554480"/>
            <a:ext cx="10607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print("=" * 60)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file in sorted(Path(MODELS_DIR).iterdir()):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print(file.name)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print("=" * 60)</a:t>
            </a:r>
            <a:endParaRPr lang="en-US" sz="1100" dirty="0"/>
          </a:p>
        </p:txBody>
      </p:sp>
      <p:sp>
        <p:nvSpPr>
          <p:cNvPr id="6" name="out_panel"/>
          <p:cNvSpPr/>
          <p:nvPr/>
        </p:nvSpPr>
        <p:spPr>
          <a:xfrm>
            <a:off x="548640" y="3913632"/>
            <a:ext cx="11064240" cy="2450592"/>
          </a:xfrm>
          <a:prstGeom prst="roundRect">
            <a:avLst>
              <a:gd name="adj" fmla="val 2985"/>
            </a:avLst>
          </a:prstGeom>
          <a:solidFill>
            <a:srgbClr val="F2F6F4"/>
          </a:solidFill>
          <a:ln w="12700">
            <a:solidFill>
              <a:srgbClr val="DCE6E1"/>
            </a:solidFill>
            <a:prstDash val="solid"/>
          </a:ln>
          <a:effectLst>
            <a:outerShdw blurRad="76200" dist="254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out_label"/>
          <p:cNvSpPr/>
          <p:nvPr/>
        </p:nvSpPr>
        <p:spPr>
          <a:xfrm>
            <a:off x="777240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out_text"/>
          <p:cNvSpPr/>
          <p:nvPr/>
        </p:nvSpPr>
        <p:spPr>
          <a:xfrm>
            <a:off x="777240" y="4315968"/>
            <a:ext cx="106070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best_meal_classifier.pkl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CaloriX_Nutrition_Dataset_Clean.csv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feature_scaler.pkl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food_recommender.pkl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label_encoder.pkl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metadata.json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7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9" name="Footer text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Project Documentation</a:t>
            </a:r>
            <a:endParaRPr lang="en-US" sz="900" dirty="0"/>
          </a:p>
        </p:txBody>
      </p:sp>
      <p:sp>
        <p:nvSpPr>
          <p:cNvPr id="10" name="Footer page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B5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63B2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63B2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Contributions Welcome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CaloriX — FastAPI · React · scikit-learn · Gemini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docs: /docs   ·   ReDoc: /redoc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3742</Words>
  <Application>Microsoft Office PowerPoint</Application>
  <PresentationFormat>Widescreen</PresentationFormat>
  <Paragraphs>1016</Paragraphs>
  <Slides>53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2026-07-10T06:15:46Z</dcterms:created>
  <dcterms:modified xsi:type="dcterms:W3CDTF">2026-07-10T06:51:11Z</dcterms:modified>
</cp:coreProperties>
</file>